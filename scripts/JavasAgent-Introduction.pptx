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  <a:latin typeface="微软雅黑"/>
              </a:defRPr>
            </a:pPr>
            <a:r>
              <a:t>JavasAgent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/>
              </a:defRPr>
            </a:pPr>
            <a:r>
              <a:t>像贾维斯一样的 AI 智能体，接管你的电脑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感知 → 规划 → 决策 → 执行 → 反馈  |  语音唤醒 · 视觉驱动 · 技能扩展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GitHub: github.com/liusuren123/JavasAgent  |  v0.1.0  | 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项目愿景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打造什么样的 AI 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系统架构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五层架构 + 感知闭环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核心能力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语音 · 视觉 · 操作 · 技能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3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918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语音助手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918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唤醒词 → VAD → STT → Agent → TTS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技能系统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31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YAML 零代码扩展能力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后台服务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72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常驻 · 托盘 · 热键 · 自启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120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2120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技术栈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2120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Python + Ollama + Porcupine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5215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8521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项目状态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8521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已完成模块与测试覆盖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项目愿景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微软雅黑"/>
              </a:defRPr>
            </a:pPr>
            <a:r>
              <a:t>打造一个类似钢铁侠中"贾维斯"的 AI 智能体系统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237744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t>软件开发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写代码、调试、测试、部署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560320"/>
            <a:ext cx="237744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t>办公自动化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840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操作 Office 文档、处理邮件、日程管理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560320"/>
            <a:ext cx="237744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t>创意工具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40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操作 Photoshop、Premiere 等 Adobe 软件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560320"/>
            <a:ext cx="237744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微软雅黑"/>
              </a:defRPr>
            </a:pPr>
            <a:r>
              <a:t>通用操作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840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文件管理、浏览器操作、信息检索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核心原则：决策不明确 → 询问人类  |  指令明确 → 自主执行  |  渐进式能力扩展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ARCHITECTURE — 五层架构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0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用户交互层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63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CLI · 语音助手 · 对话窗口 · 系统托盘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solidFill>
            <a:srgbClr val="4EC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核心引擎层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68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Planner 规划 · Executor 执行 · Decider 决策 · Scheduler 调度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2011680" cy="73152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感知层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ScreenAnalyzer · OCR · VisionEye · TargetMatcher · TargetCache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89120"/>
            <a:ext cx="2011680" cy="7315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平台操作层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480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WindowsPlatform · HumanHand · MotorController · AudioStream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94960"/>
            <a:ext cx="2011680" cy="73152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基础支撑层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486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微软雅黑"/>
              </a:defRPr>
            </a:pPr>
            <a:r>
              <a:t>Config · Logger · LLM Client · Memory · SkillRegistry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CORE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47548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微软雅黑"/>
              </a:defRPr>
            </a:pPr>
            <a:r>
              <a:t>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微软雅黑"/>
              </a:defRPr>
            </a:pPr>
            <a:r>
              <a:t>语音交互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唤醒词检测（Porcupine）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VAD 语音活动检测（Silero）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STT 语音识别（Whisper/Google）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TTS 语音合成（Edge-TTS）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打断机制 + 连续对话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51760" cy="47548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微软雅黑"/>
              </a:defRPr>
            </a:pPr>
            <a:r>
              <a:t>👁️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微软雅黑"/>
              </a:defRPr>
            </a:pPr>
            <a:r>
              <a:t>视觉感知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屏幕截图分析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OCR 文字识别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GroundingDINO 零样本定位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三级目标匹配 fallback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视觉闭环控制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651760" cy="47548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微软雅黑"/>
              </a:defRPr>
            </a:pPr>
            <a:r>
              <a:t>🖱️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微软雅黑"/>
              </a:defRPr>
            </a:pPr>
            <a:r>
              <a:t>桌面操作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拟人鼠标移动（贝塞尔曲线）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拟人打字（有间隔有错字）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键盘快捷键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窗口管理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文件操作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651760" cy="47548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微软雅黑"/>
              </a:defRPr>
            </a:pPr>
            <a:r>
              <a:t>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微软雅黑"/>
              </a:defRPr>
            </a:pPr>
            <a:r>
              <a:t>工具集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30+ 内置工具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代码开发辅助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浏览器控制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邮件/日程管理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YAML 技能零代码扩展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语音助手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VOICE ASSISTANT — 端到端语音管道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828800" cy="1645920"/>
          </a:xfrm>
          <a:prstGeom prst="rect">
            <a:avLst/>
          </a:prstGeom>
          <a:solidFill>
            <a:srgbClr val="25254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微软雅黑"/>
              </a:defRPr>
            </a:pPr>
            <a:r>
              <a:t>WakeWord</a:t>
            </a:r>
            <a:br/>
            <a:r>
              <a:t>检测器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Porcupine</a:t>
            </a:r>
            <a:br/>
            <a:r>
              <a:t>&lt; 200ms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011680"/>
            <a:ext cx="1828800" cy="1645920"/>
          </a:xfrm>
          <a:prstGeom prst="rect">
            <a:avLst/>
          </a:prstGeom>
          <a:solidFill>
            <a:srgbClr val="252540"/>
          </a:solidFill>
          <a:ln w="254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61FF"/>
                </a:solidFill>
                <a:latin typeface="微软雅黑"/>
              </a:defRPr>
            </a:pPr>
            <a:r>
              <a:t>VAD</a:t>
            </a:r>
            <a:br/>
            <a:r>
              <a:t>语音检测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926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Silero</a:t>
            </a:r>
            <a:br/>
            <a:r>
              <a:t>&lt; 50ms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2011680"/>
            <a:ext cx="1828800" cy="1645920"/>
          </a:xfrm>
          <a:prstGeom prst="rect">
            <a:avLst/>
          </a:prstGeom>
          <a:solidFill>
            <a:srgbClr val="252540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9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微软雅黑"/>
              </a:defRPr>
            </a:pPr>
            <a:r>
              <a:t>STT</a:t>
            </a:r>
            <a:br/>
            <a:r>
              <a:t>语音识别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2926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Whisper</a:t>
            </a:r>
            <a:br/>
            <a:r>
              <a:t>0.5-2s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59" y="2011680"/>
            <a:ext cx="1828800" cy="1645920"/>
          </a:xfrm>
          <a:prstGeom prst="rect">
            <a:avLst/>
          </a:prstGeom>
          <a:solidFill>
            <a:srgbClr val="252540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9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F43"/>
                </a:solidFill>
                <a:latin typeface="微软雅黑"/>
              </a:defRPr>
            </a:pPr>
            <a:r>
              <a:t>Agent</a:t>
            </a:r>
            <a:br/>
            <a:r>
              <a:t>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9" y="2926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LLM</a:t>
            </a:r>
            <a:br/>
            <a:r>
              <a:t>1-3s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011680"/>
            <a:ext cx="1828800" cy="1645920"/>
          </a:xfrm>
          <a:prstGeom prst="rect">
            <a:avLst/>
          </a:prstGeom>
          <a:solidFill>
            <a:srgbClr val="252540"/>
          </a:solidFill>
          <a:ln w="25400">
            <a:solidFill>
              <a:srgbClr val="E0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2194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5AFF"/>
                </a:solidFill>
                <a:latin typeface="微软雅黑"/>
              </a:defRPr>
            </a:pPr>
            <a:r>
              <a:t>TTS</a:t>
            </a:r>
            <a:br/>
            <a:r>
              <a:t>语音合成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926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Edge-TTS</a:t>
            </a:r>
            <a:br/>
            <a:r>
              <a:t>实时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AAAAA"/>
                </a:solidFill>
                <a:latin typeface="微软雅黑"/>
              </a:defRPr>
            </a:pPr>
            <a:r>
              <a:t>✦ 三级唤醒词降级：Porcupine → OpenWakeWord → VAD 模拟</a:t>
            </a:r>
          </a:p>
          <a:p>
            <a:pPr>
              <a:spcAft>
                <a:spcPts val="800"/>
              </a:spcAft>
              <a:defRPr sz="1400">
                <a:solidFill>
                  <a:srgbClr val="AAAAAA"/>
                </a:solidFill>
                <a:latin typeface="微软雅黑"/>
              </a:defRPr>
            </a:pPr>
            <a:r>
              <a:t>✦ 打断机制：Agent 说话时用户开口 → 0.5s 内停止 TTS</a:t>
            </a:r>
          </a:p>
          <a:p>
            <a:pPr>
              <a:spcAft>
                <a:spcPts val="800"/>
              </a:spcAft>
              <a:defRPr sz="1400">
                <a:solidFill>
                  <a:srgbClr val="AAAAAA"/>
                </a:solidFill>
                <a:latin typeface="微软雅黑"/>
              </a:defRPr>
            </a:pPr>
            <a:r>
              <a:t>✦ 连续对话模式：唤醒后持续听，超时再回到唤醒等待</a:t>
            </a:r>
          </a:p>
          <a:p>
            <a:pPr>
              <a:spcAft>
                <a:spcPts val="800"/>
              </a:spcAft>
              <a:defRPr sz="1400">
                <a:solidFill>
                  <a:srgbClr val="AAAAAA"/>
                </a:solidFill>
                <a:latin typeface="微软雅黑"/>
              </a:defRPr>
            </a:pPr>
            <a:r>
              <a:t>✦ 免唤醒模式：直接对话，适合桌面专注场景</a:t>
            </a:r>
          </a:p>
          <a:p>
            <a:pPr>
              <a:spcAft>
                <a:spcPts val="800"/>
              </a:spcAft>
              <a:defRPr sz="1400">
                <a:solidFill>
                  <a:srgbClr val="AAAAAA"/>
                </a:solidFill>
                <a:latin typeface="微软雅黑"/>
              </a:defRPr>
            </a:pPr>
            <a:r>
              <a:t>✦ CLI 命令：javas voice / javas voice --continuous / javas voice --no-wake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技能系统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SKILL SYSTEM — YAML 零代码扩展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solidFill>
            <a:srgbClr val="0D0D1A"/>
          </a:solidFill>
          <a:ln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FF"/>
                </a:solidFill>
                <a:latin typeface="微软雅黑"/>
              </a:defRPr>
            </a:pPr>
            <a:r>
              <a:t>skills/office/word_save_pdf.yaml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name: "Word 另存为 PDF"</a:t>
            </a:r>
            <a:br/>
            <a:r>
              <a:t>triggers: ["word 转 pdf", "另存为 pdf"]</a:t>
            </a:r>
            <a:br/>
            <a:r>
              <a:t>steps:</a:t>
            </a:r>
            <a:br/>
            <a:r>
              <a:t>  - action: key_combo</a:t>
            </a:r>
            <a:br/>
            <a:r>
              <a:t>    keys: "f12"</a:t>
            </a:r>
            <a:br/>
            <a:r>
              <a:t>  - action: wait_text</a:t>
            </a:r>
            <a:br/>
            <a:r>
              <a:t>    text: "另存为"</a:t>
            </a:r>
            <a:br/>
            <a:r>
              <a:t>  - action: click_text</a:t>
            </a:r>
            <a:br/>
            <a:r>
              <a:t>    text: "PDF"</a:t>
            </a:r>
            <a:br/>
            <a:r>
              <a:t>  - action: key_combo</a:t>
            </a:r>
            <a:br/>
            <a:r>
              <a:t>    keys: "enter"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微软雅黑"/>
              </a:defRPr>
            </a:pPr>
            <a:r>
              <a:t>20 个原子操作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微软雅黑"/>
              </a:defRPr>
            </a:pPr>
            <a:r>
              <a:t>键盘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key_combo · key_type · type_text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微软雅黑"/>
              </a:defRPr>
            </a:pPr>
            <a:r>
              <a:t>鼠标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click · double_click · drag · scroll · move_mouse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微软雅黑"/>
              </a:defRPr>
            </a:pPr>
            <a:r>
              <a:t>视觉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click_text(OCR) · click_icon(视觉定位)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微软雅黑"/>
              </a:defRPr>
            </a:pPr>
            <a:r>
              <a:t>等待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wait · wait_text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微软雅黑"/>
              </a:defRPr>
            </a:pPr>
            <a:r>
              <a:t>断言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assert_text · assert_screen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微软雅黑"/>
              </a:defRPr>
            </a:pPr>
            <a:r>
              <a:t>控制流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754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condition(条件) · loop(循环) · run_skill(嵌套)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✦ 无需写代码，只需描述操作步骤  ✦ 安全：不用 eval，循环上限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后台常驻服务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DAEMON SERVICE — 始终在线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03120" cy="2743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/>
              </a:defRPr>
            </a:pPr>
            <a: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4FF"/>
                </a:solidFill>
                <a:latin typeface="微软雅黑"/>
              </a:defRPr>
            </a:pPr>
            <a:r>
              <a:t>系统托盘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pystray 托盘图标</a:t>
            </a:r>
            <a:br/>
            <a:r>
              <a:t>🟢监听 🟡处理 🔴异常</a:t>
            </a:r>
            <a:br/>
            <a:r>
              <a:t>右键菜单控制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2103120" cy="2743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/>
              </a:defRPr>
            </a:pPr>
            <a:r>
              <a:t>⌨️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4FF"/>
                </a:solidFill>
                <a:latin typeface="微软雅黑"/>
              </a:defRPr>
            </a:pPr>
            <a:r>
              <a:t>全局热键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603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Ctrl+Alt+J 呼出对话</a:t>
            </a:r>
            <a:br/>
            <a:r>
              <a:t>Ctrl+Alt+V 切换语音</a:t>
            </a:r>
            <a:br/>
            <a:r>
              <a:t>Ctrl+Alt+S 停止任务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371600"/>
            <a:ext cx="2103120" cy="2743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/>
              </a:defRPr>
            </a:pPr>
            <a:r>
              <a:t>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4FF"/>
                </a:solidFill>
                <a:latin typeface="微软雅黑"/>
              </a:defRPr>
            </a:pPr>
            <a:r>
              <a:t>IPC 通信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5603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Named Pipe</a:t>
            </a:r>
            <a:br/>
            <a:r>
              <a:t>CLI ↔ 后台服务</a:t>
            </a:r>
            <a:br/>
            <a:r>
              <a:t>JSON-RPC 2.0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371600"/>
            <a:ext cx="2103120" cy="2743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/>
              </a:defRPr>
            </a:pPr>
            <a: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4FF"/>
                </a:solidFill>
                <a:latin typeface="微软雅黑"/>
              </a:defRPr>
            </a:pPr>
            <a:r>
              <a:t>对话窗口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5603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tkinter 轻量 GUI</a:t>
            </a:r>
            <a:br/>
            <a:r>
              <a:t>输入框 + 输出区</a:t>
            </a:r>
            <a:br/>
            <a:r>
              <a:t>关闭=隐藏不退出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371600"/>
            <a:ext cx="2103120" cy="2743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/>
              </a:defRPr>
            </a:pPr>
            <a: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4FF"/>
                </a:solidFill>
                <a:latin typeface="微软雅黑"/>
              </a:defRPr>
            </a:pPr>
            <a:r>
              <a:t>开机自启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5603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Windows 注册表</a:t>
            </a:r>
            <a:br/>
            <a:r>
              <a:t>用户登录自动启动</a:t>
            </a:r>
            <a:br/>
            <a:r>
              <a:t>无需手动打开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CLI 命令：javas service start | javas service stop | javas service install | javas service 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微软雅黑"/>
              </a:defRPr>
            </a:pPr>
            <a:r>
              <a:t>语言 &amp; 运行时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Python 3.11+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asyncio 异步架构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Ollama 本地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微软雅黑"/>
              </a:defRPr>
            </a:pPr>
            <a:r>
              <a:t>LLM 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92024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Ollama qwen3.6（本地默认）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智谱 GLM / OpenAI GPT（云端）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多 provider 可切换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微软雅黑"/>
              </a:defRPr>
            </a:pPr>
            <a:r>
              <a:t>语音层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92024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Porcupine 唤醒词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Silero VAD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faster-whisper STT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Edge-TTS 语音合成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微软雅黑"/>
              </a:defRPr>
            </a:pPr>
            <a:r>
              <a:t>感知层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92024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OpenCV 图像处理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GroundingDINO 零样本定位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PaddleOCR / Windows OCR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ChromaDB 向量记忆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微软雅黑"/>
              </a:defRPr>
            </a:pPr>
            <a:r>
              <a:t>桌面控制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192024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pyautogui 键鼠控制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pywin32 Win32 API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pystray 系统托盘</a:t>
            </a:r>
          </a:p>
          <a:p>
            <a:pPr>
              <a:spcAft>
                <a:spcPts val="800"/>
              </a:spcAft>
              <a:defRPr sz="1300">
                <a:solidFill>
                  <a:srgbClr val="AAAAAA"/>
                </a:solidFill>
                <a:latin typeface="微软雅黑"/>
              </a:defRPr>
            </a:pPr>
            <a:r>
              <a:t>• keyboard 全局热键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676"/>
                </a:solidFill>
                <a:latin typeface="微软雅黑"/>
              </a:defRPr>
            </a:pPr>
            <a:r>
              <a:t>测试：pytest 2022+ 测试用例  |  全绿  |  覆盖率 98.9%+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项目状态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PROJECT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核心引擎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微软雅黑"/>
              </a:defRPr>
            </a:pPr>
            <a:r>
              <a:t>✅ 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Planner · Executor · Decider · Scheduler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平台层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微软雅黑"/>
              </a:defRPr>
            </a:pPr>
            <a:r>
              <a:t>✅ 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截屏 · 鼠标 · 键盘 · 窗口管理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拟人手部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微软雅黑"/>
              </a:defRPr>
            </a:pPr>
            <a:r>
              <a:t>✅ 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贝塞尔曲线 · 拟人打字 · 点击偏移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感知层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840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微软雅黑"/>
              </a:defRPr>
            </a:pPr>
            <a:r>
              <a:t>✅ 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OCR · 目标匹配 · VisionEye · 闭环控制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语音助手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微软雅黑"/>
              </a:defRPr>
            </a:pPr>
            <a:r>
              <a:t>✅ 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唤醒词 · VAD · STT · TTS · 管道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技能系统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371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微软雅黑"/>
              </a:defRPr>
            </a:pPr>
            <a:r>
              <a:t>✅ 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YAML 加载 · StepExecutor · 20 原语 · 12 预置技能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后台服务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194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微软雅黑"/>
              </a:defRPr>
            </a:pPr>
            <a:r>
              <a:t>✅ 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14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系统托盘 · 热键 · IPC · 开机自启 · 对话窗口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工具集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微软雅黑"/>
              </a:defRPr>
            </a:pPr>
            <a:r>
              <a:t>✅ 完成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37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30+ 工具模块 · 统一 execute() 接口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记忆系统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40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微软雅黑"/>
              </a:defRPr>
            </a:pPr>
            <a:r>
              <a:t>✅ 完成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60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短期 · 长期(ChromaDB) · 知识库 · 用户偏好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文档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微软雅黑"/>
              </a:defRPr>
            </a:pPr>
            <a:r>
              <a:t>✅ 完成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架构 · 技术栈 · 使用说明 · API 参考 · 贡献指南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2022+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测试用例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486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测试通过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486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30+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工具模块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486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预置技能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486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原子操作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486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微软雅黑"/>
              </a:defRPr>
            </a:pPr>
            <a:r>
              <a:t>50+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微软雅黑"/>
              </a:defRPr>
            </a:pPr>
            <a:r>
              <a:t>Git Commits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微软雅黑"/>
              </a:defRPr>
            </a:pPr>
            <a:r>
              <a:t>JavasAgent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微软雅黑"/>
              </a:defRPr>
            </a:pPr>
            <a:r>
              <a:t>让 AI 真正操控你的电脑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微软雅黑"/>
              </a:defRPr>
            </a:pPr>
            <a:r>
              <a:t>github.com/liusuren123/JavasAgent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555577"/>
                </a:solidFill>
                <a:latin typeface="微软雅黑"/>
              </a:defRPr>
            </a:pPr>
            <a:r>
              <a:t>Thanks!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